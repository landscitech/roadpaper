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D9D8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264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D8736-A9B2-46AA-996A-6DDB82D19084}" type="datetimeFigureOut">
              <a:rPr lang="en-CA" smtClean="0"/>
              <a:t>2025-09-05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D6F27-A6B4-48BB-8D8A-D4FC9080F66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7822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D8736-A9B2-46AA-996A-6DDB82D19084}" type="datetimeFigureOut">
              <a:rPr lang="en-CA" smtClean="0"/>
              <a:t>2025-09-05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D6F27-A6B4-48BB-8D8A-D4FC9080F66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7334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D8736-A9B2-46AA-996A-6DDB82D19084}" type="datetimeFigureOut">
              <a:rPr lang="en-CA" smtClean="0"/>
              <a:t>2025-09-05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D6F27-A6B4-48BB-8D8A-D4FC9080F66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2125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D8736-A9B2-46AA-996A-6DDB82D19084}" type="datetimeFigureOut">
              <a:rPr lang="en-CA" smtClean="0"/>
              <a:t>2025-09-05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D6F27-A6B4-48BB-8D8A-D4FC9080F66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9083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D8736-A9B2-46AA-996A-6DDB82D19084}" type="datetimeFigureOut">
              <a:rPr lang="en-CA" smtClean="0"/>
              <a:t>2025-09-05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D6F27-A6B4-48BB-8D8A-D4FC9080F66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1439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D8736-A9B2-46AA-996A-6DDB82D19084}" type="datetimeFigureOut">
              <a:rPr lang="en-CA" smtClean="0"/>
              <a:t>2025-09-05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D6F27-A6B4-48BB-8D8A-D4FC9080F66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5587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D8736-A9B2-46AA-996A-6DDB82D19084}" type="datetimeFigureOut">
              <a:rPr lang="en-CA" smtClean="0"/>
              <a:t>2025-09-05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D6F27-A6B4-48BB-8D8A-D4FC9080F66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67610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D8736-A9B2-46AA-996A-6DDB82D19084}" type="datetimeFigureOut">
              <a:rPr lang="en-CA" smtClean="0"/>
              <a:t>2025-09-05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D6F27-A6B4-48BB-8D8A-D4FC9080F66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1804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D8736-A9B2-46AA-996A-6DDB82D19084}" type="datetimeFigureOut">
              <a:rPr lang="en-CA" smtClean="0"/>
              <a:t>2025-09-05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D6F27-A6B4-48BB-8D8A-D4FC9080F66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8524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D8736-A9B2-46AA-996A-6DDB82D19084}" type="datetimeFigureOut">
              <a:rPr lang="en-CA" smtClean="0"/>
              <a:t>2025-09-05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D6F27-A6B4-48BB-8D8A-D4FC9080F66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0875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D8736-A9B2-46AA-996A-6DDB82D19084}" type="datetimeFigureOut">
              <a:rPr lang="en-CA" smtClean="0"/>
              <a:t>2025-09-05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D6F27-A6B4-48BB-8D8A-D4FC9080F66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3873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FD8736-A9B2-46AA-996A-6DDB82D19084}" type="datetimeFigureOut">
              <a:rPr lang="en-CA" smtClean="0"/>
              <a:t>2025-09-05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BD6F27-A6B4-48BB-8D8A-D4FC9080F66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17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8034C55-1CA5-8BF5-6F92-C4137D168097}"/>
              </a:ext>
            </a:extLst>
          </p:cNvPr>
          <p:cNvSpPr/>
          <p:nvPr/>
        </p:nvSpPr>
        <p:spPr>
          <a:xfrm>
            <a:off x="6852" y="0"/>
            <a:ext cx="6825875" cy="71848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2" name="Picture 41" descr="A map of a river&#10;&#10;AI-generated content may be incorrect.">
            <a:extLst>
              <a:ext uri="{FF2B5EF4-FFF2-40B4-BE49-F238E27FC236}">
                <a16:creationId xmlns:a16="http://schemas.microsoft.com/office/drawing/2014/main" id="{B040282E-4CAD-2850-CE50-6CF8EE9EDF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9"/>
          <a:stretch>
            <a:fillRect/>
          </a:stretch>
        </p:blipFill>
        <p:spPr>
          <a:xfrm>
            <a:off x="54828" y="17828"/>
            <a:ext cx="3849854" cy="60269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709280" y="86841"/>
            <a:ext cx="4421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2542" y="3668989"/>
            <a:ext cx="442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b)</a:t>
            </a:r>
          </a:p>
        </p:txBody>
      </p:sp>
      <p:sp>
        <p:nvSpPr>
          <p:cNvPr id="17" name="Oval 16"/>
          <p:cNvSpPr/>
          <p:nvPr/>
        </p:nvSpPr>
        <p:spPr>
          <a:xfrm>
            <a:off x="2248567" y="2297563"/>
            <a:ext cx="721776" cy="969512"/>
          </a:xfrm>
          <a:prstGeom prst="ellipse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9" name="Straight Arrow Connector 18"/>
          <p:cNvCxnSpPr>
            <a:cxnSpLocks/>
          </p:cNvCxnSpPr>
          <p:nvPr/>
        </p:nvCxnSpPr>
        <p:spPr>
          <a:xfrm flipV="1">
            <a:off x="2979868" y="1669932"/>
            <a:ext cx="989126" cy="1089043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298111" y="1153095"/>
            <a:ext cx="190711" cy="309230"/>
          </a:xfrm>
          <a:prstGeom prst="ellipse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4" name="Oval 33"/>
          <p:cNvSpPr/>
          <p:nvPr/>
        </p:nvSpPr>
        <p:spPr>
          <a:xfrm>
            <a:off x="3209869" y="3806848"/>
            <a:ext cx="361555" cy="529954"/>
          </a:xfrm>
          <a:prstGeom prst="ellipse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35" name="Straight Arrow Connector 34"/>
          <p:cNvCxnSpPr>
            <a:cxnSpLocks/>
            <a:stCxn id="34" idx="6"/>
          </p:cNvCxnSpPr>
          <p:nvPr/>
        </p:nvCxnSpPr>
        <p:spPr>
          <a:xfrm>
            <a:off x="3571424" y="4071825"/>
            <a:ext cx="764360" cy="131285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89BAD0CF-B386-83E2-1644-B51AE0422870}"/>
              </a:ext>
            </a:extLst>
          </p:cNvPr>
          <p:cNvSpPr/>
          <p:nvPr/>
        </p:nvSpPr>
        <p:spPr>
          <a:xfrm>
            <a:off x="25273" y="3945989"/>
            <a:ext cx="1482234" cy="22391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3" name="Straight Arrow Connector 22"/>
          <p:cNvCxnSpPr>
            <a:cxnSpLocks/>
            <a:stCxn id="22" idx="4"/>
          </p:cNvCxnSpPr>
          <p:nvPr/>
        </p:nvCxnSpPr>
        <p:spPr>
          <a:xfrm>
            <a:off x="1393467" y="1462325"/>
            <a:ext cx="229553" cy="392235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Picture 49" descr="A map of a river&#10;&#10;AI-generated content may be incorrect.">
            <a:extLst>
              <a:ext uri="{FF2B5EF4-FFF2-40B4-BE49-F238E27FC236}">
                <a16:creationId xmlns:a16="http://schemas.microsoft.com/office/drawing/2014/main" id="{8EB1DBE9-6585-8FA1-A371-002A3A9312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9" t="67820" r="69355" b="2084"/>
          <a:stretch>
            <a:fillRect/>
          </a:stretch>
        </p:blipFill>
        <p:spPr>
          <a:xfrm>
            <a:off x="46667" y="3131352"/>
            <a:ext cx="1289005" cy="21907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-2673" y="5463250"/>
            <a:ext cx="422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c)</a:t>
            </a:r>
          </a:p>
        </p:txBody>
      </p:sp>
      <p:pic>
        <p:nvPicPr>
          <p:cNvPr id="29" name="Picture 28" descr="A map of mountains with blue and orange lines&#10;&#10;AI-generated content may be incorrect.">
            <a:extLst>
              <a:ext uri="{FF2B5EF4-FFF2-40B4-BE49-F238E27FC236}">
                <a16:creationId xmlns:a16="http://schemas.microsoft.com/office/drawing/2014/main" id="{5A15022E-EBE1-4B38-BD00-B4BCFDEE59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37" t="8365" r="30501" b="10047"/>
          <a:stretch>
            <a:fillRect/>
          </a:stretch>
        </p:blipFill>
        <p:spPr>
          <a:xfrm>
            <a:off x="4047564" y="86394"/>
            <a:ext cx="2740598" cy="3458317"/>
          </a:xfrm>
          <a:prstGeom prst="rect">
            <a:avLst/>
          </a:prstGeom>
        </p:spPr>
      </p:pic>
      <p:pic>
        <p:nvPicPr>
          <p:cNvPr id="31" name="Picture 30" descr="A map of a forest&#10;&#10;AI-generated content may be incorrect.">
            <a:extLst>
              <a:ext uri="{FF2B5EF4-FFF2-40B4-BE49-F238E27FC236}">
                <a16:creationId xmlns:a16="http://schemas.microsoft.com/office/drawing/2014/main" id="{E2059E0E-C62C-DB8E-B1B8-D1D1BEA1A87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78" t="31343" r="30300" b="18022"/>
          <a:stretch>
            <a:fillRect/>
          </a:stretch>
        </p:blipFill>
        <p:spPr>
          <a:xfrm>
            <a:off x="323510" y="5462439"/>
            <a:ext cx="2560320" cy="1722405"/>
          </a:xfrm>
          <a:prstGeom prst="rect">
            <a:avLst/>
          </a:prstGeom>
        </p:spPr>
      </p:pic>
      <p:pic>
        <p:nvPicPr>
          <p:cNvPr id="36" name="Picture 35" descr="A map of mountains and snow&#10;&#10;AI-generated content may be incorrect.">
            <a:extLst>
              <a:ext uri="{FF2B5EF4-FFF2-40B4-BE49-F238E27FC236}">
                <a16:creationId xmlns:a16="http://schemas.microsoft.com/office/drawing/2014/main" id="{67F97D22-203C-1BB6-89FA-0F0ED761D23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14" t="14796" r="32040" b="7217"/>
          <a:stretch>
            <a:fillRect/>
          </a:stretch>
        </p:blipFill>
        <p:spPr>
          <a:xfrm>
            <a:off x="4364080" y="3656881"/>
            <a:ext cx="2342997" cy="35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797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1838</TotalTime>
  <Words>6</Words>
  <Application>Microsoft Office PowerPoint</Application>
  <PresentationFormat>Letter Paper (8.5x11 in)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Environment Climate Change Canada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Endicott,Sarah (elle, la | she, her) (ECCC)</dc:creator>
  <cp:lastModifiedBy>Endicott,Sarah (elle | she, her) (ECCC)</cp:lastModifiedBy>
  <cp:revision>14</cp:revision>
  <dcterms:created xsi:type="dcterms:W3CDTF">2022-10-07T16:36:42Z</dcterms:created>
  <dcterms:modified xsi:type="dcterms:W3CDTF">2025-09-05T19:34:50Z</dcterms:modified>
</cp:coreProperties>
</file>